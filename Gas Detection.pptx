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2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054E5-111B-45C4-B1B4-AF1D78F68304}" v="71" dt="2025-10-18T04:25:21.385"/>
    <p1510:client id="{6A2A01F0-E100-D556-147E-C26C7998AA87}" v="1" dt="2025-10-18T04:45:11.467"/>
    <p1510:client id="{72739404-993F-E17A-146F-FCD51A208964}" v="7" dt="2025-10-18T04:37:42.870"/>
    <p1510:client id="{E6C763EB-B75B-1966-FF2C-A4E4800A2F42}" v="30" dt="2025-10-18T04:37:31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ika Valaparla" userId="b8a301d81570def8" providerId="LiveId" clId="{9B1ACAB3-5C0E-48B7-A6D6-A631A3BA1BF2}"/>
    <pc:docChg chg="custSel addSld delSld modSld">
      <pc:chgData name="Chandrika Valaparla" userId="b8a301d81570def8" providerId="LiveId" clId="{9B1ACAB3-5C0E-48B7-A6D6-A631A3BA1BF2}" dt="2025-10-18T04:25:52.805" v="964" actId="14100"/>
      <pc:docMkLst>
        <pc:docMk/>
      </pc:docMkLst>
      <pc:sldChg chg="modSp mod">
        <pc:chgData name="Chandrika Valaparla" userId="b8a301d81570def8" providerId="LiveId" clId="{9B1ACAB3-5C0E-48B7-A6D6-A631A3BA1BF2}" dt="2025-10-17T10:27:27.707" v="937" actId="20577"/>
        <pc:sldMkLst>
          <pc:docMk/>
          <pc:sldMk cId="2216817358" sldId="256"/>
        </pc:sldMkLst>
        <pc:spChg chg="mod">
          <ac:chgData name="Chandrika Valaparla" userId="b8a301d81570def8" providerId="LiveId" clId="{9B1ACAB3-5C0E-48B7-A6D6-A631A3BA1BF2}" dt="2025-10-17T10:27:27.707" v="937" actId="20577"/>
          <ac:spMkLst>
            <pc:docMk/>
            <pc:sldMk cId="2216817358" sldId="256"/>
            <ac:spMk id="2" creationId="{BCDCD12A-B3A6-E1CA-7912-CCE4674C4D2E}"/>
          </ac:spMkLst>
        </pc:spChg>
        <pc:spChg chg="mod">
          <ac:chgData name="Chandrika Valaparla" userId="b8a301d81570def8" providerId="LiveId" clId="{9B1ACAB3-5C0E-48B7-A6D6-A631A3BA1BF2}" dt="2025-10-17T10:22:37.740" v="915" actId="207"/>
          <ac:spMkLst>
            <pc:docMk/>
            <pc:sldMk cId="2216817358" sldId="256"/>
            <ac:spMk id="3" creationId="{262A6C5E-2196-5EFE-B19F-F88FBE5CCBAF}"/>
          </ac:spMkLst>
        </pc:spChg>
        <pc:picChg chg="mod">
          <ac:chgData name="Chandrika Valaparla" userId="b8a301d81570def8" providerId="LiveId" clId="{9B1ACAB3-5C0E-48B7-A6D6-A631A3BA1BF2}" dt="2025-10-17T10:23:14.555" v="916" actId="1076"/>
          <ac:picMkLst>
            <pc:docMk/>
            <pc:sldMk cId="2216817358" sldId="256"/>
            <ac:picMk id="5" creationId="{B891312B-8ED7-29BA-3421-FEC080361A10}"/>
          </ac:picMkLst>
        </pc:picChg>
        <pc:picChg chg="mod">
          <ac:chgData name="Chandrika Valaparla" userId="b8a301d81570def8" providerId="LiveId" clId="{9B1ACAB3-5C0E-48B7-A6D6-A631A3BA1BF2}" dt="2025-10-17T10:16:55.909" v="732" actId="14100"/>
          <ac:picMkLst>
            <pc:docMk/>
            <pc:sldMk cId="2216817358" sldId="256"/>
            <ac:picMk id="7" creationId="{D7050B67-E0E8-CA66-4FDE-84C2EB55A9F8}"/>
          </ac:picMkLst>
        </pc:picChg>
        <pc:picChg chg="mod">
          <ac:chgData name="Chandrika Valaparla" userId="b8a301d81570def8" providerId="LiveId" clId="{9B1ACAB3-5C0E-48B7-A6D6-A631A3BA1BF2}" dt="2025-10-17T10:23:17.919" v="917" actId="1076"/>
          <ac:picMkLst>
            <pc:docMk/>
            <pc:sldMk cId="2216817358" sldId="256"/>
            <ac:picMk id="9" creationId="{C705137E-C445-C3FA-F430-A8A02312B71D}"/>
          </ac:picMkLst>
        </pc:picChg>
      </pc:sldChg>
      <pc:sldChg chg="modSp mod">
        <pc:chgData name="Chandrika Valaparla" userId="b8a301d81570def8" providerId="LiveId" clId="{9B1ACAB3-5C0E-48B7-A6D6-A631A3BA1BF2}" dt="2025-10-17T10:25:17.910" v="936" actId="1076"/>
        <pc:sldMkLst>
          <pc:docMk/>
          <pc:sldMk cId="1729822225" sldId="258"/>
        </pc:sldMkLst>
        <pc:spChg chg="mod">
          <ac:chgData name="Chandrika Valaparla" userId="b8a301d81570def8" providerId="LiveId" clId="{9B1ACAB3-5C0E-48B7-A6D6-A631A3BA1BF2}" dt="2025-10-17T10:14:42.659" v="696"/>
          <ac:spMkLst>
            <pc:docMk/>
            <pc:sldMk cId="1729822225" sldId="258"/>
            <ac:spMk id="2" creationId="{70F9C36D-D73D-B56A-17F4-2EB9E82FF24C}"/>
          </ac:spMkLst>
        </pc:spChg>
        <pc:spChg chg="mod">
          <ac:chgData name="Chandrika Valaparla" userId="b8a301d81570def8" providerId="LiveId" clId="{9B1ACAB3-5C0E-48B7-A6D6-A631A3BA1BF2}" dt="2025-10-17T10:13:31.942" v="673" actId="27636"/>
          <ac:spMkLst>
            <pc:docMk/>
            <pc:sldMk cId="1729822225" sldId="258"/>
            <ac:spMk id="3" creationId="{CF669E92-5000-4F0C-EF1E-6902AE3EEAC7}"/>
          </ac:spMkLst>
        </pc:spChg>
        <pc:picChg chg="mod">
          <ac:chgData name="Chandrika Valaparla" userId="b8a301d81570def8" providerId="LiveId" clId="{9B1ACAB3-5C0E-48B7-A6D6-A631A3BA1BF2}" dt="2025-10-17T10:25:13.701" v="935" actId="1076"/>
          <ac:picMkLst>
            <pc:docMk/>
            <pc:sldMk cId="1729822225" sldId="258"/>
            <ac:picMk id="5" creationId="{6D02BB77-64CA-77DD-B090-F809DF5B9BA6}"/>
          </ac:picMkLst>
        </pc:picChg>
        <pc:picChg chg="mod">
          <ac:chgData name="Chandrika Valaparla" userId="b8a301d81570def8" providerId="LiveId" clId="{9B1ACAB3-5C0E-48B7-A6D6-A631A3BA1BF2}" dt="2025-10-17T10:25:17.910" v="936" actId="1076"/>
          <ac:picMkLst>
            <pc:docMk/>
            <pc:sldMk cId="1729822225" sldId="258"/>
            <ac:picMk id="7" creationId="{B2DDB0CD-CC7B-C1A5-A8F6-3B2EC941AC21}"/>
          </ac:picMkLst>
        </pc:picChg>
        <pc:picChg chg="mod">
          <ac:chgData name="Chandrika Valaparla" userId="b8a301d81570def8" providerId="LiveId" clId="{9B1ACAB3-5C0E-48B7-A6D6-A631A3BA1BF2}" dt="2025-10-17T09:03:56.251" v="139" actId="14100"/>
          <ac:picMkLst>
            <pc:docMk/>
            <pc:sldMk cId="1729822225" sldId="258"/>
            <ac:picMk id="9" creationId="{3F8AC0FC-F949-E608-B8B6-D047BAD13120}"/>
          </ac:picMkLst>
        </pc:picChg>
      </pc:sldChg>
      <pc:sldChg chg="modSp mod">
        <pc:chgData name="Chandrika Valaparla" userId="b8a301d81570def8" providerId="LiveId" clId="{9B1ACAB3-5C0E-48B7-A6D6-A631A3BA1BF2}" dt="2025-10-17T10:25:01.452" v="934" actId="1076"/>
        <pc:sldMkLst>
          <pc:docMk/>
          <pc:sldMk cId="2252946352" sldId="259"/>
        </pc:sldMkLst>
        <pc:spChg chg="mod">
          <ac:chgData name="Chandrika Valaparla" userId="b8a301d81570def8" providerId="LiveId" clId="{9B1ACAB3-5C0E-48B7-A6D6-A631A3BA1BF2}" dt="2025-10-17T10:17:43.107" v="744" actId="20577"/>
          <ac:spMkLst>
            <pc:docMk/>
            <pc:sldMk cId="2252946352" sldId="259"/>
            <ac:spMk id="10" creationId="{2B2B47D6-788E-45C1-B4FD-DD5BFA512C77}"/>
          </ac:spMkLst>
        </pc:spChg>
        <pc:picChg chg="mod">
          <ac:chgData name="Chandrika Valaparla" userId="b8a301d81570def8" providerId="LiveId" clId="{9B1ACAB3-5C0E-48B7-A6D6-A631A3BA1BF2}" dt="2025-10-17T10:25:01.452" v="934" actId="1076"/>
          <ac:picMkLst>
            <pc:docMk/>
            <pc:sldMk cId="2252946352" sldId="259"/>
            <ac:picMk id="5" creationId="{289022EE-4B80-6C58-21F7-F58622F867E9}"/>
          </ac:picMkLst>
        </pc:picChg>
        <pc:picChg chg="mod">
          <ac:chgData name="Chandrika Valaparla" userId="b8a301d81570def8" providerId="LiveId" clId="{9B1ACAB3-5C0E-48B7-A6D6-A631A3BA1BF2}" dt="2025-10-17T10:24:55.870" v="933" actId="1076"/>
          <ac:picMkLst>
            <pc:docMk/>
            <pc:sldMk cId="2252946352" sldId="259"/>
            <ac:picMk id="9" creationId="{FEFA7A40-C4B7-529A-9519-69E3BAF987B2}"/>
          </ac:picMkLst>
        </pc:picChg>
        <pc:picChg chg="mod">
          <ac:chgData name="Chandrika Valaparla" userId="b8a301d81570def8" providerId="LiveId" clId="{9B1ACAB3-5C0E-48B7-A6D6-A631A3BA1BF2}" dt="2025-10-17T10:17:27.485" v="738" actId="1076"/>
          <ac:picMkLst>
            <pc:docMk/>
            <pc:sldMk cId="2252946352" sldId="259"/>
            <ac:picMk id="14" creationId="{F159C0B9-86C5-61A8-9198-990615626B0B}"/>
          </ac:picMkLst>
        </pc:picChg>
        <pc:picChg chg="mod">
          <ac:chgData name="Chandrika Valaparla" userId="b8a301d81570def8" providerId="LiveId" clId="{9B1ACAB3-5C0E-48B7-A6D6-A631A3BA1BF2}" dt="2025-10-17T10:17:30.277" v="739" actId="1076"/>
          <ac:picMkLst>
            <pc:docMk/>
            <pc:sldMk cId="2252946352" sldId="259"/>
            <ac:picMk id="18" creationId="{24D25466-5372-5D47-18F7-7D69D9178538}"/>
          </ac:picMkLst>
        </pc:picChg>
      </pc:sldChg>
      <pc:sldChg chg="addSp modSp mod">
        <pc:chgData name="Chandrika Valaparla" userId="b8a301d81570def8" providerId="LiveId" clId="{9B1ACAB3-5C0E-48B7-A6D6-A631A3BA1BF2}" dt="2025-10-17T10:23:47.571" v="919" actId="1076"/>
        <pc:sldMkLst>
          <pc:docMk/>
          <pc:sldMk cId="590103374" sldId="260"/>
        </pc:sldMkLst>
        <pc:spChg chg="mod">
          <ac:chgData name="Chandrika Valaparla" userId="b8a301d81570def8" providerId="LiveId" clId="{9B1ACAB3-5C0E-48B7-A6D6-A631A3BA1BF2}" dt="2025-10-17T07:23:38.506" v="80" actId="14100"/>
          <ac:spMkLst>
            <pc:docMk/>
            <pc:sldMk cId="590103374" sldId="260"/>
            <ac:spMk id="2" creationId="{CB5A11EE-32CF-9F79-01F1-19E61F9EB538}"/>
          </ac:spMkLst>
        </pc:spChg>
        <pc:spChg chg="mod">
          <ac:chgData name="Chandrika Valaparla" userId="b8a301d81570def8" providerId="LiveId" clId="{9B1ACAB3-5C0E-48B7-A6D6-A631A3BA1BF2}" dt="2025-10-17T10:13:31.960" v="674" actId="27636"/>
          <ac:spMkLst>
            <pc:docMk/>
            <pc:sldMk cId="590103374" sldId="260"/>
            <ac:spMk id="3" creationId="{6CD4A4AF-7668-50FC-2AF2-42DBD92B36F5}"/>
          </ac:spMkLst>
        </pc:spChg>
        <pc:picChg chg="add mod">
          <ac:chgData name="Chandrika Valaparla" userId="b8a301d81570def8" providerId="LiveId" clId="{9B1ACAB3-5C0E-48B7-A6D6-A631A3BA1BF2}" dt="2025-10-17T10:18:06.014" v="745" actId="14100"/>
          <ac:picMkLst>
            <pc:docMk/>
            <pc:sldMk cId="590103374" sldId="260"/>
            <ac:picMk id="5" creationId="{DFFB3AEF-A24A-F708-B193-A3E026DF4FFB}"/>
          </ac:picMkLst>
        </pc:picChg>
        <pc:picChg chg="add mod">
          <ac:chgData name="Chandrika Valaparla" userId="b8a301d81570def8" providerId="LiveId" clId="{9B1ACAB3-5C0E-48B7-A6D6-A631A3BA1BF2}" dt="2025-10-17T10:23:43.663" v="918" actId="1076"/>
          <ac:picMkLst>
            <pc:docMk/>
            <pc:sldMk cId="590103374" sldId="260"/>
            <ac:picMk id="7" creationId="{CF376A02-7FF9-4305-4E8A-041EA12D8F63}"/>
          </ac:picMkLst>
        </pc:picChg>
        <pc:picChg chg="add mod">
          <ac:chgData name="Chandrika Valaparla" userId="b8a301d81570def8" providerId="LiveId" clId="{9B1ACAB3-5C0E-48B7-A6D6-A631A3BA1BF2}" dt="2025-10-17T10:23:47.571" v="919" actId="1076"/>
          <ac:picMkLst>
            <pc:docMk/>
            <pc:sldMk cId="590103374" sldId="260"/>
            <ac:picMk id="9" creationId="{832F176D-B0AF-5BD6-8394-979B16913FD2}"/>
          </ac:picMkLst>
        </pc:picChg>
      </pc:sldChg>
      <pc:sldChg chg="addSp modSp new mod">
        <pc:chgData name="Chandrika Valaparla" userId="b8a301d81570def8" providerId="LiveId" clId="{9B1ACAB3-5C0E-48B7-A6D6-A631A3BA1BF2}" dt="2025-10-17T10:52:16.951" v="953" actId="27636"/>
        <pc:sldMkLst>
          <pc:docMk/>
          <pc:sldMk cId="67610774" sldId="261"/>
        </pc:sldMkLst>
        <pc:spChg chg="mod">
          <ac:chgData name="Chandrika Valaparla" userId="b8a301d81570def8" providerId="LiveId" clId="{9B1ACAB3-5C0E-48B7-A6D6-A631A3BA1BF2}" dt="2025-10-17T10:14:42.659" v="696"/>
          <ac:spMkLst>
            <pc:docMk/>
            <pc:sldMk cId="67610774" sldId="261"/>
            <ac:spMk id="2" creationId="{20FF2BAA-1C0C-3019-B50C-66E30C370F6C}"/>
          </ac:spMkLst>
        </pc:spChg>
        <pc:spChg chg="mod">
          <ac:chgData name="Chandrika Valaparla" userId="b8a301d81570def8" providerId="LiveId" clId="{9B1ACAB3-5C0E-48B7-A6D6-A631A3BA1BF2}" dt="2025-10-17T10:52:16.951" v="953" actId="27636"/>
          <ac:spMkLst>
            <pc:docMk/>
            <pc:sldMk cId="67610774" sldId="261"/>
            <ac:spMk id="3" creationId="{919A7C13-1AD0-F751-6792-A7F1E04C82A0}"/>
          </ac:spMkLst>
        </pc:spChg>
        <pc:picChg chg="add mod">
          <ac:chgData name="Chandrika Valaparla" userId="b8a301d81570def8" providerId="LiveId" clId="{9B1ACAB3-5C0E-48B7-A6D6-A631A3BA1BF2}" dt="2025-10-17T10:18:15.042" v="746" actId="14100"/>
          <ac:picMkLst>
            <pc:docMk/>
            <pc:sldMk cId="67610774" sldId="261"/>
            <ac:picMk id="5" creationId="{A194347E-2317-41B8-BA1F-8A1FCB6BB799}"/>
          </ac:picMkLst>
        </pc:picChg>
        <pc:picChg chg="add mod">
          <ac:chgData name="Chandrika Valaparla" userId="b8a301d81570def8" providerId="LiveId" clId="{9B1ACAB3-5C0E-48B7-A6D6-A631A3BA1BF2}" dt="2025-10-17T07:30:14.664" v="122" actId="14100"/>
          <ac:picMkLst>
            <pc:docMk/>
            <pc:sldMk cId="67610774" sldId="261"/>
            <ac:picMk id="7" creationId="{2888DF0C-23C3-F901-3391-B3C784278229}"/>
          </ac:picMkLst>
        </pc:picChg>
        <pc:picChg chg="add mod">
          <ac:chgData name="Chandrika Valaparla" userId="b8a301d81570def8" providerId="LiveId" clId="{9B1ACAB3-5C0E-48B7-A6D6-A631A3BA1BF2}" dt="2025-10-17T10:18:30.628" v="750" actId="14100"/>
          <ac:picMkLst>
            <pc:docMk/>
            <pc:sldMk cId="67610774" sldId="261"/>
            <ac:picMk id="9" creationId="{22036521-AB2C-EDC1-3EDC-BC781AC4DCFF}"/>
          </ac:picMkLst>
        </pc:picChg>
      </pc:sldChg>
      <pc:sldChg chg="addSp delSp modSp new mod">
        <pc:chgData name="Chandrika Valaparla" userId="b8a301d81570def8" providerId="LiveId" clId="{9B1ACAB3-5C0E-48B7-A6D6-A631A3BA1BF2}" dt="2025-10-17T10:24:04.547" v="920" actId="1076"/>
        <pc:sldMkLst>
          <pc:docMk/>
          <pc:sldMk cId="3030206906" sldId="262"/>
        </pc:sldMkLst>
        <pc:spChg chg="mod">
          <ac:chgData name="Chandrika Valaparla" userId="b8a301d81570def8" providerId="LiveId" clId="{9B1ACAB3-5C0E-48B7-A6D6-A631A3BA1BF2}" dt="2025-10-17T10:18:49.129" v="759" actId="20577"/>
          <ac:spMkLst>
            <pc:docMk/>
            <pc:sldMk cId="3030206906" sldId="262"/>
            <ac:spMk id="2" creationId="{C09EA484-F267-1877-7709-4B130D67E472}"/>
          </ac:spMkLst>
        </pc:spChg>
        <pc:spChg chg="del">
          <ac:chgData name="Chandrika Valaparla" userId="b8a301d81570def8" providerId="LiveId" clId="{9B1ACAB3-5C0E-48B7-A6D6-A631A3BA1BF2}" dt="2025-10-17T09:11:28.534" v="176"/>
          <ac:spMkLst>
            <pc:docMk/>
            <pc:sldMk cId="3030206906" sldId="262"/>
            <ac:spMk id="3" creationId="{BE8960BE-1807-0B79-6FE4-53899E0CF84A}"/>
          </ac:spMkLst>
        </pc:spChg>
        <pc:spChg chg="add mod">
          <ac:chgData name="Chandrika Valaparla" userId="b8a301d81570def8" providerId="LiveId" clId="{9B1ACAB3-5C0E-48B7-A6D6-A631A3BA1BF2}" dt="2025-10-17T09:12:48.237" v="190" actId="5793"/>
          <ac:spMkLst>
            <pc:docMk/>
            <pc:sldMk cId="3030206906" sldId="262"/>
            <ac:spMk id="4" creationId="{C739A6C3-D3EA-6A5B-E415-84096613BD6D}"/>
          </ac:spMkLst>
        </pc:spChg>
        <pc:picChg chg="add mod">
          <ac:chgData name="Chandrika Valaparla" userId="b8a301d81570def8" providerId="LiveId" clId="{9B1ACAB3-5C0E-48B7-A6D6-A631A3BA1BF2}" dt="2025-10-17T10:18:42.628" v="752" actId="1076"/>
          <ac:picMkLst>
            <pc:docMk/>
            <pc:sldMk cId="3030206906" sldId="262"/>
            <ac:picMk id="6" creationId="{09B1BACF-EC11-4111-F7A5-2238433407AB}"/>
          </ac:picMkLst>
        </pc:picChg>
        <pc:picChg chg="add mod">
          <ac:chgData name="Chandrika Valaparla" userId="b8a301d81570def8" providerId="LiveId" clId="{9B1ACAB3-5C0E-48B7-A6D6-A631A3BA1BF2}" dt="2025-10-17T10:24:04.547" v="920" actId="1076"/>
          <ac:picMkLst>
            <pc:docMk/>
            <pc:sldMk cId="3030206906" sldId="262"/>
            <ac:picMk id="8" creationId="{45F1AED0-FA6E-A3A9-FB92-208D668F5061}"/>
          </ac:picMkLst>
        </pc:picChg>
        <pc:picChg chg="add del mod">
          <ac:chgData name="Chandrika Valaparla" userId="b8a301d81570def8" providerId="LiveId" clId="{9B1ACAB3-5C0E-48B7-A6D6-A631A3BA1BF2}" dt="2025-10-17T09:21:31.681" v="216" actId="21"/>
          <ac:picMkLst>
            <pc:docMk/>
            <pc:sldMk cId="3030206906" sldId="262"/>
            <ac:picMk id="10" creationId="{4CC0090E-140B-46BB-6193-FC2CB445CF3D}"/>
          </ac:picMkLst>
        </pc:picChg>
        <pc:picChg chg="add mod">
          <ac:chgData name="Chandrika Valaparla" userId="b8a301d81570def8" providerId="LiveId" clId="{9B1ACAB3-5C0E-48B7-A6D6-A631A3BA1BF2}" dt="2025-10-17T09:22:15.398" v="228" actId="14100"/>
          <ac:picMkLst>
            <pc:docMk/>
            <pc:sldMk cId="3030206906" sldId="262"/>
            <ac:picMk id="12" creationId="{35A6654F-D088-1574-8173-8A652960B324}"/>
          </ac:picMkLst>
        </pc:picChg>
      </pc:sldChg>
      <pc:sldChg chg="addSp delSp modSp new mod">
        <pc:chgData name="Chandrika Valaparla" userId="b8a301d81570def8" providerId="LiveId" clId="{9B1ACAB3-5C0E-48B7-A6D6-A631A3BA1BF2}" dt="2025-10-17T11:31:57.590" v="955" actId="20577"/>
        <pc:sldMkLst>
          <pc:docMk/>
          <pc:sldMk cId="678148348" sldId="263"/>
        </pc:sldMkLst>
        <pc:spChg chg="mod">
          <ac:chgData name="Chandrika Valaparla" userId="b8a301d81570def8" providerId="LiveId" clId="{9B1ACAB3-5C0E-48B7-A6D6-A631A3BA1BF2}" dt="2025-10-17T11:31:57.590" v="955" actId="20577"/>
          <ac:spMkLst>
            <pc:docMk/>
            <pc:sldMk cId="678148348" sldId="263"/>
            <ac:spMk id="2" creationId="{4B73CB17-AAC7-73AE-81B9-9208CD32C58D}"/>
          </ac:spMkLst>
        </pc:spChg>
        <pc:spChg chg="del">
          <ac:chgData name="Chandrika Valaparla" userId="b8a301d81570def8" providerId="LiveId" clId="{9B1ACAB3-5C0E-48B7-A6D6-A631A3BA1BF2}" dt="2025-10-17T09:28:13.235" v="276"/>
          <ac:spMkLst>
            <pc:docMk/>
            <pc:sldMk cId="678148348" sldId="263"/>
            <ac:spMk id="3" creationId="{022F255B-4654-523A-B971-2AFC6D28F73D}"/>
          </ac:spMkLst>
        </pc:spChg>
        <pc:spChg chg="add mod">
          <ac:chgData name="Chandrika Valaparla" userId="b8a301d81570def8" providerId="LiveId" clId="{9B1ACAB3-5C0E-48B7-A6D6-A631A3BA1BF2}" dt="2025-10-17T09:31:33.475" v="286" actId="14100"/>
          <ac:spMkLst>
            <pc:docMk/>
            <pc:sldMk cId="678148348" sldId="263"/>
            <ac:spMk id="4" creationId="{4E6C2D15-2025-DE39-946A-D1BC53082420}"/>
          </ac:spMkLst>
        </pc:spChg>
        <pc:picChg chg="add mod">
          <ac:chgData name="Chandrika Valaparla" userId="b8a301d81570def8" providerId="LiveId" clId="{9B1ACAB3-5C0E-48B7-A6D6-A631A3BA1BF2}" dt="2025-10-17T09:35:08.077" v="294" actId="14100"/>
          <ac:picMkLst>
            <pc:docMk/>
            <pc:sldMk cId="678148348" sldId="263"/>
            <ac:picMk id="6" creationId="{4EE1A1A1-3271-701A-47F4-0EBB3034339A}"/>
          </ac:picMkLst>
        </pc:picChg>
        <pc:picChg chg="add mod">
          <ac:chgData name="Chandrika Valaparla" userId="b8a301d81570def8" providerId="LiveId" clId="{9B1ACAB3-5C0E-48B7-A6D6-A631A3BA1BF2}" dt="2025-10-17T10:24:18.011" v="922" actId="1076"/>
          <ac:picMkLst>
            <pc:docMk/>
            <pc:sldMk cId="678148348" sldId="263"/>
            <ac:picMk id="8" creationId="{A73207E8-F945-5F17-8424-8DB32F4265BD}"/>
          </ac:picMkLst>
        </pc:picChg>
        <pc:picChg chg="add mod">
          <ac:chgData name="Chandrika Valaparla" userId="b8a301d81570def8" providerId="LiveId" clId="{9B1ACAB3-5C0E-48B7-A6D6-A631A3BA1BF2}" dt="2025-10-17T10:24:14.657" v="921" actId="1076"/>
          <ac:picMkLst>
            <pc:docMk/>
            <pc:sldMk cId="678148348" sldId="263"/>
            <ac:picMk id="10" creationId="{9300E7B9-4634-514B-88B5-13CCC302090C}"/>
          </ac:picMkLst>
        </pc:picChg>
      </pc:sldChg>
      <pc:sldChg chg="addSp modSp new mod">
        <pc:chgData name="Chandrika Valaparla" userId="b8a301d81570def8" providerId="LiveId" clId="{9B1ACAB3-5C0E-48B7-A6D6-A631A3BA1BF2}" dt="2025-10-17T10:24:36.644" v="932" actId="20577"/>
        <pc:sldMkLst>
          <pc:docMk/>
          <pc:sldMk cId="681715343" sldId="264"/>
        </pc:sldMkLst>
        <pc:spChg chg="mod">
          <ac:chgData name="Chandrika Valaparla" userId="b8a301d81570def8" providerId="LiveId" clId="{9B1ACAB3-5C0E-48B7-A6D6-A631A3BA1BF2}" dt="2025-10-17T10:24:36.644" v="932" actId="20577"/>
          <ac:spMkLst>
            <pc:docMk/>
            <pc:sldMk cId="681715343" sldId="264"/>
            <ac:spMk id="2" creationId="{BD4AC1D3-F6C7-F51E-D104-6923E8AFEA8C}"/>
          </ac:spMkLst>
        </pc:spChg>
        <pc:spChg chg="mod">
          <ac:chgData name="Chandrika Valaparla" userId="b8a301d81570def8" providerId="LiveId" clId="{9B1ACAB3-5C0E-48B7-A6D6-A631A3BA1BF2}" dt="2025-10-17T10:14:32.594" v="693" actId="27636"/>
          <ac:spMkLst>
            <pc:docMk/>
            <pc:sldMk cId="681715343" sldId="264"/>
            <ac:spMk id="3" creationId="{451F50B5-388B-39D5-4B9B-E140D2780BC2}"/>
          </ac:spMkLst>
        </pc:spChg>
        <pc:picChg chg="add mod">
          <ac:chgData name="Chandrika Valaparla" userId="b8a301d81570def8" providerId="LiveId" clId="{9B1ACAB3-5C0E-48B7-A6D6-A631A3BA1BF2}" dt="2025-10-17T10:02:40.310" v="555" actId="14100"/>
          <ac:picMkLst>
            <pc:docMk/>
            <pc:sldMk cId="681715343" sldId="264"/>
            <ac:picMk id="5" creationId="{7197B32B-99F0-22EF-8A75-6A84C78854F3}"/>
          </ac:picMkLst>
        </pc:picChg>
        <pc:picChg chg="add mod">
          <ac:chgData name="Chandrika Valaparla" userId="b8a301d81570def8" providerId="LiveId" clId="{9B1ACAB3-5C0E-48B7-A6D6-A631A3BA1BF2}" dt="2025-10-17T10:24:31.522" v="924" actId="1076"/>
          <ac:picMkLst>
            <pc:docMk/>
            <pc:sldMk cId="681715343" sldId="264"/>
            <ac:picMk id="7" creationId="{092F6282-62C4-8E3B-A84D-B639BD56C3E5}"/>
          </ac:picMkLst>
        </pc:picChg>
        <pc:picChg chg="add mod">
          <ac:chgData name="Chandrika Valaparla" userId="b8a301d81570def8" providerId="LiveId" clId="{9B1ACAB3-5C0E-48B7-A6D6-A631A3BA1BF2}" dt="2025-10-17T10:24:27.824" v="923" actId="1076"/>
          <ac:picMkLst>
            <pc:docMk/>
            <pc:sldMk cId="681715343" sldId="264"/>
            <ac:picMk id="9" creationId="{42A18BA5-733A-7AEB-45C4-6891F0CA2155}"/>
          </ac:picMkLst>
        </pc:picChg>
      </pc:sldChg>
      <pc:sldChg chg="addSp delSp modSp new del mod">
        <pc:chgData name="Chandrika Valaparla" userId="b8a301d81570def8" providerId="LiveId" clId="{9B1ACAB3-5C0E-48B7-A6D6-A631A3BA1BF2}" dt="2025-10-17T09:40:32.584" v="337" actId="2696"/>
        <pc:sldMkLst>
          <pc:docMk/>
          <pc:sldMk cId="1364540887" sldId="264"/>
        </pc:sldMkLst>
        <pc:spChg chg="mod">
          <ac:chgData name="Chandrika Valaparla" userId="b8a301d81570def8" providerId="LiveId" clId="{9B1ACAB3-5C0E-48B7-A6D6-A631A3BA1BF2}" dt="2025-10-17T09:38:19.500" v="334" actId="255"/>
          <ac:spMkLst>
            <pc:docMk/>
            <pc:sldMk cId="1364540887" sldId="264"/>
            <ac:spMk id="2" creationId="{5045C26A-B0FF-39A2-23B5-0B3A70BD931D}"/>
          </ac:spMkLst>
        </pc:spChg>
        <pc:spChg chg="del">
          <ac:chgData name="Chandrika Valaparla" userId="b8a301d81570def8" providerId="LiveId" clId="{9B1ACAB3-5C0E-48B7-A6D6-A631A3BA1BF2}" dt="2025-10-17T09:40:23.733" v="336" actId="21"/>
          <ac:spMkLst>
            <pc:docMk/>
            <pc:sldMk cId="1364540887" sldId="264"/>
            <ac:spMk id="3" creationId="{8CE4B6A5-16A7-C910-A3F7-B18E00AC27ED}"/>
          </ac:spMkLst>
        </pc:spChg>
        <pc:spChg chg="add del">
          <ac:chgData name="Chandrika Valaparla" userId="b8a301d81570def8" providerId="LiveId" clId="{9B1ACAB3-5C0E-48B7-A6D6-A631A3BA1BF2}" dt="2025-10-17T09:40:23.733" v="336" actId="21"/>
          <ac:spMkLst>
            <pc:docMk/>
            <pc:sldMk cId="1364540887" sldId="264"/>
            <ac:spMk id="4" creationId="{53CA4093-0A84-042A-3442-5F50FF8824D9}"/>
          </ac:spMkLst>
        </pc:spChg>
        <pc:picChg chg="add del">
          <ac:chgData name="Chandrika Valaparla" userId="b8a301d81570def8" providerId="LiveId" clId="{9B1ACAB3-5C0E-48B7-A6D6-A631A3BA1BF2}" dt="2025-10-17T09:40:23.733" v="336" actId="21"/>
          <ac:picMkLst>
            <pc:docMk/>
            <pc:sldMk cId="1364540887" sldId="264"/>
            <ac:picMk id="3074" creationId="{604E6617-F1C5-9885-DA1C-BA98D38E32D9}"/>
          </ac:picMkLst>
        </pc:picChg>
      </pc:sldChg>
      <pc:sldChg chg="addSp modSp new del mod">
        <pc:chgData name="Chandrika Valaparla" userId="b8a301d81570def8" providerId="LiveId" clId="{9B1ACAB3-5C0E-48B7-A6D6-A631A3BA1BF2}" dt="2025-10-17T09:50:30.936" v="384" actId="2696"/>
        <pc:sldMkLst>
          <pc:docMk/>
          <pc:sldMk cId="428418899" sldId="265"/>
        </pc:sldMkLst>
        <pc:spChg chg="mod">
          <ac:chgData name="Chandrika Valaparla" userId="b8a301d81570def8" providerId="LiveId" clId="{9B1ACAB3-5C0E-48B7-A6D6-A631A3BA1BF2}" dt="2025-10-17T09:41:15.214" v="373" actId="2711"/>
          <ac:spMkLst>
            <pc:docMk/>
            <pc:sldMk cId="428418899" sldId="265"/>
            <ac:spMk id="2" creationId="{BA41FC7E-68D4-8AD8-04E0-2E8C37D58A27}"/>
          </ac:spMkLst>
        </pc:spChg>
        <pc:spChg chg="mod">
          <ac:chgData name="Chandrika Valaparla" userId="b8a301d81570def8" providerId="LiveId" clId="{9B1ACAB3-5C0E-48B7-A6D6-A631A3BA1BF2}" dt="2025-10-17T09:42:13.193" v="382" actId="14100"/>
          <ac:spMkLst>
            <pc:docMk/>
            <pc:sldMk cId="428418899" sldId="265"/>
            <ac:spMk id="3" creationId="{AA18A258-17FB-BC13-0993-90C396CF3E43}"/>
          </ac:spMkLst>
        </pc:spChg>
        <pc:spChg chg="add">
          <ac:chgData name="Chandrika Valaparla" userId="b8a301d81570def8" providerId="LiveId" clId="{9B1ACAB3-5C0E-48B7-A6D6-A631A3BA1BF2}" dt="2025-10-17T09:42:42.356" v="383"/>
          <ac:spMkLst>
            <pc:docMk/>
            <pc:sldMk cId="428418899" sldId="265"/>
            <ac:spMk id="4" creationId="{5F199C00-C596-AED5-9A9E-673EE75A25EF}"/>
          </ac:spMkLst>
        </pc:spChg>
        <pc:picChg chg="add">
          <ac:chgData name="Chandrika Valaparla" userId="b8a301d81570def8" providerId="LiveId" clId="{9B1ACAB3-5C0E-48B7-A6D6-A631A3BA1BF2}" dt="2025-10-17T09:42:42.356" v="383"/>
          <ac:picMkLst>
            <pc:docMk/>
            <pc:sldMk cId="428418899" sldId="265"/>
            <ac:picMk id="4098" creationId="{0DA0AE95-5E01-6CCF-E14A-22D88E30CB06}"/>
          </ac:picMkLst>
        </pc:picChg>
      </pc:sldChg>
      <pc:sldChg chg="addSp delSp modSp new mod">
        <pc:chgData name="Chandrika Valaparla" userId="b8a301d81570def8" providerId="LiveId" clId="{9B1ACAB3-5C0E-48B7-A6D6-A631A3BA1BF2}" dt="2025-10-18T04:25:52.805" v="964" actId="14100"/>
        <pc:sldMkLst>
          <pc:docMk/>
          <pc:sldMk cId="846385834" sldId="265"/>
        </pc:sldMkLst>
        <pc:spChg chg="mod">
          <ac:chgData name="Chandrika Valaparla" userId="b8a301d81570def8" providerId="LiveId" clId="{9B1ACAB3-5C0E-48B7-A6D6-A631A3BA1BF2}" dt="2025-10-17T10:14:42.659" v="696"/>
          <ac:spMkLst>
            <pc:docMk/>
            <pc:sldMk cId="846385834" sldId="265"/>
            <ac:spMk id="2" creationId="{2017952C-F26C-692E-FF87-24061970D240}"/>
          </ac:spMkLst>
        </pc:spChg>
        <pc:spChg chg="del mod">
          <ac:chgData name="Chandrika Valaparla" userId="b8a301d81570def8" providerId="LiveId" clId="{9B1ACAB3-5C0E-48B7-A6D6-A631A3BA1BF2}" dt="2025-10-18T04:25:21.385" v="956" actId="931"/>
          <ac:spMkLst>
            <pc:docMk/>
            <pc:sldMk cId="846385834" sldId="265"/>
            <ac:spMk id="3" creationId="{BACFCFF0-F08D-3390-8F9B-76D091626F62}"/>
          </ac:spMkLst>
        </pc:spChg>
        <pc:picChg chg="add mod">
          <ac:chgData name="Chandrika Valaparla" userId="b8a301d81570def8" providerId="LiveId" clId="{9B1ACAB3-5C0E-48B7-A6D6-A631A3BA1BF2}" dt="2025-10-18T04:25:52.805" v="964" actId="14100"/>
          <ac:picMkLst>
            <pc:docMk/>
            <pc:sldMk cId="846385834" sldId="265"/>
            <ac:picMk id="5" creationId="{2C176A24-9342-E024-EA35-7B1E5A931687}"/>
          </ac:picMkLst>
        </pc:picChg>
      </pc:sldChg>
      <pc:sldChg chg="addSp delSp modSp new mod">
        <pc:chgData name="Chandrika Valaparla" userId="b8a301d81570def8" providerId="LiveId" clId="{9B1ACAB3-5C0E-48B7-A6D6-A631A3BA1BF2}" dt="2025-10-17T10:14:42.659" v="696"/>
        <pc:sldMkLst>
          <pc:docMk/>
          <pc:sldMk cId="3209467791" sldId="266"/>
        </pc:sldMkLst>
        <pc:spChg chg="mod">
          <ac:chgData name="Chandrika Valaparla" userId="b8a301d81570def8" providerId="LiveId" clId="{9B1ACAB3-5C0E-48B7-A6D6-A631A3BA1BF2}" dt="2025-10-17T10:14:42.659" v="696"/>
          <ac:spMkLst>
            <pc:docMk/>
            <pc:sldMk cId="3209467791" sldId="266"/>
            <ac:spMk id="2" creationId="{E138C82A-7ADB-C446-DAA4-166573B3AFEE}"/>
          </ac:spMkLst>
        </pc:spChg>
        <pc:spChg chg="del">
          <ac:chgData name="Chandrika Valaparla" userId="b8a301d81570def8" providerId="LiveId" clId="{9B1ACAB3-5C0E-48B7-A6D6-A631A3BA1BF2}" dt="2025-10-17T10:10:58.334" v="584" actId="931"/>
          <ac:spMkLst>
            <pc:docMk/>
            <pc:sldMk cId="3209467791" sldId="266"/>
            <ac:spMk id="3" creationId="{C596FFA7-7407-ED2B-D58B-DC4573B3F144}"/>
          </ac:spMkLst>
        </pc:spChg>
        <pc:picChg chg="add mod">
          <ac:chgData name="Chandrika Valaparla" userId="b8a301d81570def8" providerId="LiveId" clId="{9B1ACAB3-5C0E-48B7-A6D6-A631A3BA1BF2}" dt="2025-10-17T10:11:17.389" v="590" actId="14100"/>
          <ac:picMkLst>
            <pc:docMk/>
            <pc:sldMk cId="3209467791" sldId="266"/>
            <ac:picMk id="5" creationId="{432EABE7-5A86-4BE7-F3BD-62328B4829E1}"/>
          </ac:picMkLst>
        </pc:picChg>
      </pc:sldChg>
    </pc:docChg>
  </pc:docChgLst>
  <pc:docChgLst>
    <pc:chgData name="Guest User" providerId="Windows Live" clId="Web-{6A2A01F0-E100-D556-147E-C26C7998AA87}"/>
    <pc:docChg chg="modSld">
      <pc:chgData name="Guest User" userId="" providerId="Windows Live" clId="Web-{6A2A01F0-E100-D556-147E-C26C7998AA87}" dt="2025-10-18T04:45:11.467" v="0" actId="14100"/>
      <pc:docMkLst>
        <pc:docMk/>
      </pc:docMkLst>
      <pc:sldChg chg="modSp">
        <pc:chgData name="Guest User" userId="" providerId="Windows Live" clId="Web-{6A2A01F0-E100-D556-147E-C26C7998AA87}" dt="2025-10-18T04:45:11.467" v="0" actId="14100"/>
        <pc:sldMkLst>
          <pc:docMk/>
          <pc:sldMk cId="2216817358" sldId="256"/>
        </pc:sldMkLst>
        <pc:picChg chg="mod">
          <ac:chgData name="Guest User" userId="" providerId="Windows Live" clId="Web-{6A2A01F0-E100-D556-147E-C26C7998AA87}" dt="2025-10-18T04:45:11.467" v="0" actId="14100"/>
          <ac:picMkLst>
            <pc:docMk/>
            <pc:sldMk cId="2216817358" sldId="256"/>
            <ac:picMk id="9" creationId="{C705137E-C445-C3FA-F430-A8A02312B71D}"/>
          </ac:picMkLst>
        </pc:picChg>
      </pc:sldChg>
    </pc:docChg>
  </pc:docChgLst>
  <pc:docChgLst>
    <pc:chgData name="Guest User" providerId="Windows Live" clId="Web-{72739404-993F-E17A-146F-FCD51A208964}"/>
    <pc:docChg chg="addSld delSld modSld">
      <pc:chgData name="Guest User" userId="" providerId="Windows Live" clId="Web-{72739404-993F-E17A-146F-FCD51A208964}" dt="2025-10-18T04:37:41.386" v="5" actId="20577"/>
      <pc:docMkLst>
        <pc:docMk/>
      </pc:docMkLst>
      <pc:sldChg chg="modSp">
        <pc:chgData name="Guest User" userId="" providerId="Windows Live" clId="Web-{72739404-993F-E17A-146F-FCD51A208964}" dt="2025-10-18T04:37:41.386" v="5" actId="20577"/>
        <pc:sldMkLst>
          <pc:docMk/>
          <pc:sldMk cId="590103374" sldId="260"/>
        </pc:sldMkLst>
        <pc:spChg chg="mod">
          <ac:chgData name="Guest User" userId="" providerId="Windows Live" clId="Web-{72739404-993F-E17A-146F-FCD51A208964}" dt="2025-10-18T04:37:41.386" v="5" actId="20577"/>
          <ac:spMkLst>
            <pc:docMk/>
            <pc:sldMk cId="590103374" sldId="260"/>
            <ac:spMk id="2" creationId="{CB5A11EE-32CF-9F79-01F1-19E61F9EB538}"/>
          </ac:spMkLst>
        </pc:spChg>
      </pc:sldChg>
      <pc:sldChg chg="new del">
        <pc:chgData name="Guest User" userId="" providerId="Windows Live" clId="Web-{72739404-993F-E17A-146F-FCD51A208964}" dt="2025-10-18T04:37:02.884" v="1"/>
        <pc:sldMkLst>
          <pc:docMk/>
          <pc:sldMk cId="2958687018" sldId="267"/>
        </pc:sldMkLst>
      </pc:sldChg>
    </pc:docChg>
  </pc:docChgLst>
  <pc:docChgLst>
    <pc:chgData name="Guest User" providerId="Windows Live" clId="Web-{E6C763EB-B75B-1966-FF2C-A4E4800A2F42}"/>
    <pc:docChg chg="modSld">
      <pc:chgData name="Guest User" userId="" providerId="Windows Live" clId="Web-{E6C763EB-B75B-1966-FF2C-A4E4800A2F42}" dt="2025-10-18T04:37:31.991" v="29" actId="14100"/>
      <pc:docMkLst>
        <pc:docMk/>
      </pc:docMkLst>
      <pc:sldChg chg="modSp">
        <pc:chgData name="Guest User" userId="" providerId="Windows Live" clId="Web-{E6C763EB-B75B-1966-FF2C-A4E4800A2F42}" dt="2025-10-18T04:34:41.150" v="28" actId="14100"/>
        <pc:sldMkLst>
          <pc:docMk/>
          <pc:sldMk cId="2216817358" sldId="256"/>
        </pc:sldMkLst>
        <pc:spChg chg="mod">
          <ac:chgData name="Guest User" userId="" providerId="Windows Live" clId="Web-{E6C763EB-B75B-1966-FF2C-A4E4800A2F42}" dt="2025-10-18T04:34:41.150" v="28" actId="14100"/>
          <ac:spMkLst>
            <pc:docMk/>
            <pc:sldMk cId="2216817358" sldId="256"/>
            <ac:spMk id="2" creationId="{BCDCD12A-B3A6-E1CA-7912-CCE4674C4D2E}"/>
          </ac:spMkLst>
        </pc:spChg>
        <pc:picChg chg="mod">
          <ac:chgData name="Guest User" userId="" providerId="Windows Live" clId="Web-{E6C763EB-B75B-1966-FF2C-A4E4800A2F42}" dt="2025-10-18T04:34:01.505" v="2" actId="14100"/>
          <ac:picMkLst>
            <pc:docMk/>
            <pc:sldMk cId="2216817358" sldId="256"/>
            <ac:picMk id="5" creationId="{B891312B-8ED7-29BA-3421-FEC080361A10}"/>
          </ac:picMkLst>
        </pc:picChg>
        <pc:picChg chg="mod">
          <ac:chgData name="Guest User" userId="" providerId="Windows Live" clId="Web-{E6C763EB-B75B-1966-FF2C-A4E4800A2F42}" dt="2025-10-18T04:33:54.848" v="1" actId="14100"/>
          <ac:picMkLst>
            <pc:docMk/>
            <pc:sldMk cId="2216817358" sldId="256"/>
            <ac:picMk id="9" creationId="{C705137E-C445-C3FA-F430-A8A02312B71D}"/>
          </ac:picMkLst>
        </pc:picChg>
      </pc:sldChg>
      <pc:sldChg chg="modSp">
        <pc:chgData name="Guest User" userId="" providerId="Windows Live" clId="Web-{E6C763EB-B75B-1966-FF2C-A4E4800A2F42}" dt="2025-10-18T04:37:31.991" v="29" actId="14100"/>
        <pc:sldMkLst>
          <pc:docMk/>
          <pc:sldMk cId="590103374" sldId="260"/>
        </pc:sldMkLst>
        <pc:picChg chg="mod">
          <ac:chgData name="Guest User" userId="" providerId="Windows Live" clId="Web-{E6C763EB-B75B-1966-FF2C-A4E4800A2F42}" dt="2025-10-18T04:37:31.991" v="29" actId="14100"/>
          <ac:picMkLst>
            <pc:docMk/>
            <pc:sldMk cId="590103374" sldId="260"/>
            <ac:picMk id="7" creationId="{CF376A02-7FF9-4305-4E8A-041EA12D8F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48F4D-D0ED-4CA5-BAF2-B4ADDE649051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AEFBD-4C49-442B-8553-91E97B30F2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21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EFBD-4C49-442B-8553-91E97B30F2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3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EFBD-4C49-442B-8553-91E97B30F2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181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AEFBD-4C49-442B-8553-91E97B30F27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37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44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62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10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89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0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02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6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7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1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0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5675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373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451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7601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8382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9284A-FB13-4863-944E-E2DC2C3AA2D6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9A1B15-5E78-45AD-A4A4-B2A8D50749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164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3" r:id="rId1"/>
    <p:sldLayoutId id="2147484074" r:id="rId2"/>
    <p:sldLayoutId id="2147484075" r:id="rId3"/>
    <p:sldLayoutId id="2147484076" r:id="rId4"/>
    <p:sldLayoutId id="2147484077" r:id="rId5"/>
    <p:sldLayoutId id="2147484078" r:id="rId6"/>
    <p:sldLayoutId id="2147484079" r:id="rId7"/>
    <p:sldLayoutId id="2147484080" r:id="rId8"/>
    <p:sldLayoutId id="2147484081" r:id="rId9"/>
    <p:sldLayoutId id="2147484082" r:id="rId10"/>
    <p:sldLayoutId id="2147484083" r:id="rId11"/>
    <p:sldLayoutId id="2147484084" r:id="rId12"/>
    <p:sldLayoutId id="2147484085" r:id="rId13"/>
    <p:sldLayoutId id="2147484086" r:id="rId14"/>
    <p:sldLayoutId id="2147484087" r:id="rId15"/>
    <p:sldLayoutId id="21474840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D12A-B3A6-E1CA-7912-CCE4674C4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04862" y="686302"/>
            <a:ext cx="11357157" cy="1161056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FF0000"/>
                </a:solidFill>
              </a:rPr>
              <a:t>          </a:t>
            </a:r>
            <a:r>
              <a:rPr lang="en-US" sz="3600" err="1">
                <a:solidFill>
                  <a:srgbClr val="FF0000"/>
                </a:solidFill>
              </a:rPr>
              <a:t>Malineni</a:t>
            </a:r>
            <a:r>
              <a:rPr lang="en-US" sz="3600">
                <a:solidFill>
                  <a:srgbClr val="FF0000"/>
                </a:solidFill>
              </a:rPr>
              <a:t> </a:t>
            </a:r>
            <a:r>
              <a:rPr lang="en-US" sz="3600" err="1">
                <a:solidFill>
                  <a:srgbClr val="FF0000"/>
                </a:solidFill>
              </a:rPr>
              <a:t>Suseelamma</a:t>
            </a:r>
            <a:r>
              <a:rPr lang="en-US" sz="3600">
                <a:solidFill>
                  <a:srgbClr val="FF0000"/>
                </a:solidFill>
              </a:rPr>
              <a:t> Women’s Engineering College   </a:t>
            </a:r>
            <a:br>
              <a:rPr lang="en-US" sz="4000">
                <a:solidFill>
                  <a:srgbClr val="FF0000"/>
                </a:solidFill>
              </a:rPr>
            </a:br>
            <a:r>
              <a:rPr lang="en-US" sz="4000">
                <a:solidFill>
                  <a:srgbClr val="FF0000"/>
                </a:solidFill>
              </a:rPr>
              <a:t>                 </a:t>
            </a:r>
            <a:r>
              <a:rPr lang="en-US" sz="2200"/>
              <a:t>Affiliated to JNTUK,KAKINADA and Approved by </a:t>
            </a:r>
            <a:r>
              <a:rPr lang="en-US" sz="2200" err="1"/>
              <a:t>AICTE,New</a:t>
            </a:r>
            <a:r>
              <a:rPr lang="en-US" sz="2200"/>
              <a:t> Delhi                                                                                              </a:t>
            </a:r>
            <a:br>
              <a:rPr lang="en-US" sz="2200"/>
            </a:br>
            <a:r>
              <a:rPr lang="en-US" sz="2200">
                <a:solidFill>
                  <a:schemeClr val="accent1">
                    <a:lumMod val="60000"/>
                    <a:lumOff val="40000"/>
                  </a:schemeClr>
                </a:solidFill>
              </a:rPr>
              <a:t>SINGARAYAKONDA-523 101, Prakasam Dt.,(</a:t>
            </a:r>
            <a:r>
              <a:rPr lang="en-US" sz="220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A.p</a:t>
            </a:r>
            <a:r>
              <a:rPr lang="en-US" sz="220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                    )</a:t>
            </a:r>
            <a:endParaRPr lang="en-IN" sz="22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A6C5E-2196-5EFE-B19F-F88FBE5CC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5560"/>
            <a:ext cx="9144000" cy="1652239"/>
          </a:xfrm>
        </p:spPr>
        <p:txBody>
          <a:bodyPr>
            <a:noAutofit/>
          </a:bodyPr>
          <a:lstStyle/>
          <a:p>
            <a:r>
              <a:rPr lang="en-US" sz="2000"/>
              <a:t>                                                                           </a:t>
            </a:r>
            <a:r>
              <a:rPr lang="en-US" sz="2800">
                <a:solidFill>
                  <a:schemeClr val="accent4"/>
                </a:solidFill>
                <a:latin typeface="Algerian" panose="04020705040A02060702" pitchFamily="82" charset="0"/>
              </a:rPr>
              <a:t>Team Members    </a:t>
            </a:r>
          </a:p>
          <a:p>
            <a:r>
              <a:rPr lang="en-US" sz="2000">
                <a:latin typeface="Algerian" panose="04020705040A02060702" pitchFamily="82" charset="0"/>
              </a:rPr>
              <a:t>                                                                </a:t>
            </a:r>
            <a:r>
              <a:rPr lang="en-US" sz="2000" err="1">
                <a:latin typeface="Algerian" panose="04020705040A02060702" pitchFamily="82" charset="0"/>
              </a:rPr>
              <a:t>v.Chandrika</a:t>
            </a:r>
            <a:endParaRPr lang="en-US" sz="2000">
              <a:latin typeface="Algerian" panose="04020705040A02060702" pitchFamily="82" charset="0"/>
            </a:endParaRPr>
          </a:p>
          <a:p>
            <a:r>
              <a:rPr lang="en-US" sz="2000">
                <a:latin typeface="Algerian" panose="04020705040A02060702" pitchFamily="82" charset="0"/>
              </a:rPr>
              <a:t>                                                              K.JASWITHA</a:t>
            </a:r>
          </a:p>
          <a:p>
            <a:r>
              <a:rPr lang="en-US" sz="2000">
                <a:latin typeface="Algerian" panose="04020705040A02060702" pitchFamily="82" charset="0"/>
              </a:rPr>
              <a:t>                                                         M.KUSHMA</a:t>
            </a:r>
          </a:p>
          <a:p>
            <a:r>
              <a:rPr lang="en-US" sz="2000">
                <a:latin typeface="Algerian" panose="04020705040A02060702" pitchFamily="82" charset="0"/>
              </a:rPr>
              <a:t>                                                                 N.V.SREELATHA</a:t>
            </a:r>
          </a:p>
          <a:p>
            <a:r>
              <a:rPr lang="en-US" sz="2000">
                <a:latin typeface="Algerian" panose="04020705040A02060702" pitchFamily="82" charset="0"/>
              </a:rPr>
              <a:t>                                                            T.NIVEDITHA </a:t>
            </a:r>
          </a:p>
          <a:p>
            <a:r>
              <a:rPr lang="en-US" sz="2000">
                <a:latin typeface="Algerian" panose="04020705040A02060702" pitchFamily="82" charset="0"/>
              </a:rPr>
              <a:t>                                                       V.RENUKA</a:t>
            </a:r>
            <a:endParaRPr lang="en-IN" sz="2000">
              <a:latin typeface="Algerian" panose="04020705040A02060702" pitchFamily="82" charset="0"/>
            </a:endParaRPr>
          </a:p>
        </p:txBody>
      </p:sp>
      <p:pic>
        <p:nvPicPr>
          <p:cNvPr id="5" name="Picture 4" descr="A logo with a red and white gear&#10;&#10;AI-generated content may be incorrect.">
            <a:extLst>
              <a:ext uri="{FF2B5EF4-FFF2-40B4-BE49-F238E27FC236}">
                <a16:creationId xmlns:a16="http://schemas.microsoft.com/office/drawing/2014/main" id="{B891312B-8ED7-29BA-3421-FEC080361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3028" cy="673946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D7050B67-E0E8-CA66-4FDE-84C2EB55A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56" y="2364058"/>
            <a:ext cx="4595685" cy="4044177"/>
          </a:xfrm>
          <a:prstGeom prst="rect">
            <a:avLst/>
          </a:prstGeom>
        </p:spPr>
      </p:pic>
      <p:pic>
        <p:nvPicPr>
          <p:cNvPr id="9" name="Picture 8" descr="A logo for a company&#10;&#10;AI-generated content may be incorrect.">
            <a:extLst>
              <a:ext uri="{FF2B5EF4-FFF2-40B4-BE49-F238E27FC236}">
                <a16:creationId xmlns:a16="http://schemas.microsoft.com/office/drawing/2014/main" id="{C705137E-C445-C3FA-F430-A8A02312B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689" y="0"/>
            <a:ext cx="1412311" cy="54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1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C36D-D73D-B56A-17F4-2EB9E82F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lgerian" panose="04020705040A02060702" pitchFamily="82" charset="0"/>
              </a:rPr>
              <a:t>      PROBLEM STATEMENT</a:t>
            </a:r>
            <a:endParaRPr lang="en-IN" b="1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9E92-5000-4F0C-EF1E-6902AE3E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532" y="1497400"/>
            <a:ext cx="7703634" cy="4351338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800">
                <a:effectLst/>
                <a:latin typeface="Arial Nova Cond Light" panose="020B0306020202020204" pitchFamily="34" charset="0"/>
              </a:rPr>
              <a:t> Automated Gas Leak Detection &amp;Alert System</a:t>
            </a:r>
            <a:endParaRPr lang="en-US" sz="3800">
              <a:latin typeface="Arial Nova Cond Light" panose="020B0306020202020204" pitchFamily="34" charset="0"/>
            </a:endParaRP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 sz="3600" b="1">
                <a:latin typeface="Algerian" panose="04020705040A02060702" pitchFamily="82" charset="0"/>
              </a:rPr>
              <a:t>SOLUTION:</a:t>
            </a:r>
          </a:p>
          <a:p>
            <a:pPr marL="0" indent="0">
              <a:buNone/>
            </a:pPr>
            <a:endParaRPr lang="en-IN" sz="3600" b="1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3600">
                <a:latin typeface="Arial Nova Cond Light" panose="020B0306020202020204" pitchFamily="34" charset="0"/>
              </a:rPr>
              <a:t>Detect dangerous gas concentration (e.g., LPG/propane, methane, smoke) and </a:t>
            </a:r>
          </a:p>
          <a:p>
            <a:pPr marL="0" indent="0">
              <a:buNone/>
            </a:pPr>
            <a:r>
              <a:rPr lang="en-US" sz="3600">
                <a:latin typeface="Arial Nova Cond Light" panose="020B0306020202020204" pitchFamily="34" charset="0"/>
              </a:rPr>
              <a:t>when a leak is detected:</a:t>
            </a:r>
          </a:p>
          <a:p>
            <a:pPr marL="0" indent="0">
              <a:buNone/>
            </a:pPr>
            <a:endParaRPr lang="en-US" sz="3600">
              <a:latin typeface="Arial Nova Cond Light" panose="020B0306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>
                <a:latin typeface="Arial Nova Cond Light" panose="020B0306020202020204" pitchFamily="34" charset="0"/>
              </a:rPr>
              <a:t>Immediately close a gas solenoid/valve (cut supply).</a:t>
            </a:r>
          </a:p>
          <a:p>
            <a:pPr marL="0" indent="0">
              <a:buNone/>
            </a:pPr>
            <a:endParaRPr lang="en-US" sz="3600">
              <a:latin typeface="Arial Nova Cond Light" panose="020B0306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>
                <a:latin typeface="Arial Nova Cond Light" panose="020B0306020202020204" pitchFamily="34" charset="0"/>
              </a:rPr>
              <a:t>Open a door/window (or trigger ventilation) automatically</a:t>
            </a:r>
          </a:p>
          <a:p>
            <a:pPr marL="0" indent="0">
              <a:buNone/>
            </a:pPr>
            <a:endParaRPr lang="en-US" sz="3600">
              <a:latin typeface="Arial Nova Cond Light" panose="020B0306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>
                <a:latin typeface="Arial Nova Cond Light" panose="020B0306020202020204" pitchFamily="34" charset="0"/>
              </a:rPr>
              <a:t>Sound an alarm and optionally send a notification (Wi-Fi).</a:t>
            </a:r>
          </a:p>
          <a:p>
            <a:pPr marL="0" indent="0">
              <a:buNone/>
            </a:pPr>
            <a:endParaRPr lang="en-US" sz="3600">
              <a:latin typeface="Arial Nova Cond Light" panose="020B0306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>
                <a:latin typeface="Arial Nova Cond Light" panose="020B0306020202020204" pitchFamily="34" charset="0"/>
              </a:rPr>
              <a:t>Provide manual override and visual status</a:t>
            </a:r>
          </a:p>
          <a:p>
            <a:pPr marL="0" indent="0">
              <a:buNone/>
            </a:pPr>
            <a:endParaRPr lang="en-IN" sz="3600" b="1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2BB77-64CA-77DD-B090-F809DF5B9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68"/>
            <a:ext cx="1009092" cy="869795"/>
          </a:xfrm>
          <a:prstGeom prst="rect">
            <a:avLst/>
          </a:prstGeom>
        </p:spPr>
      </p:pic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B2DDB0CD-CC7B-C1A5-A8F6-3B2EC941AC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687" y="-14868"/>
            <a:ext cx="2073313" cy="674573"/>
          </a:xfrm>
          <a:prstGeom prst="rect">
            <a:avLst/>
          </a:prstGeom>
        </p:spPr>
      </p:pic>
      <p:pic>
        <p:nvPicPr>
          <p:cNvPr id="9" name="Picture 8" descr="A room with a plant and a box&#10;&#10;AI-generated content may be incorrect.">
            <a:extLst>
              <a:ext uri="{FF2B5EF4-FFF2-40B4-BE49-F238E27FC236}">
                <a16:creationId xmlns:a16="http://schemas.microsoft.com/office/drawing/2014/main" id="{3F8AC0FC-F949-E608-B8B6-D047BAD131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824" y="1436454"/>
            <a:ext cx="5568176" cy="542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2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13B2-F478-E8B1-6E1C-651C90A8F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25" y="386575"/>
            <a:ext cx="9144000" cy="1145052"/>
          </a:xfrm>
        </p:spPr>
        <p:txBody>
          <a:bodyPr/>
          <a:lstStyle/>
          <a:p>
            <a:r>
              <a:rPr lang="en-US">
                <a:latin typeface="Algerian" panose="04020705040A02060702" pitchFamily="82" charset="0"/>
              </a:rPr>
              <a:t>           </a:t>
            </a:r>
            <a:r>
              <a:rPr lang="en-US" b="1">
                <a:latin typeface="Algerian" panose="04020705040A02060702" pitchFamily="82" charset="0"/>
              </a:rPr>
              <a:t>Components</a:t>
            </a:r>
            <a:endParaRPr lang="en-IN" b="1">
              <a:latin typeface="Algerian" panose="04020705040A02060702" pitchFamily="82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B2B47D6-788E-45C1-B4FD-DD5BFA512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761" y="2334322"/>
            <a:ext cx="11039707" cy="4259766"/>
          </a:xfrm>
        </p:spPr>
        <p:txBody>
          <a:bodyPr>
            <a:noAutofit/>
          </a:bodyPr>
          <a:lstStyle/>
          <a:p>
            <a: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  <a:t>ESP32          </a:t>
            </a:r>
          </a:p>
          <a:p>
            <a:endParaRPr lang="en-US" sz="32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  <a:t>Gas Sensor</a:t>
            </a:r>
            <a:b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en-US" sz="32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  <a:t>Servo motor</a:t>
            </a:r>
            <a:b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</a:br>
            <a:endParaRPr lang="en-US" sz="32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  <a:t>Buzzer</a:t>
            </a:r>
          </a:p>
          <a:p>
            <a:r>
              <a:rPr lang="en-US" sz="3200" err="1">
                <a:latin typeface="Angsana New" panose="02020603050405020304" pitchFamily="18" charset="-34"/>
                <a:cs typeface="Angsana New" panose="02020603050405020304" pitchFamily="18" charset="-34"/>
              </a:rPr>
              <a:t>Lpg</a:t>
            </a:r>
            <a:r>
              <a:rPr lang="en-US" sz="3200">
                <a:latin typeface="Angsana New" panose="02020603050405020304" pitchFamily="18" charset="-34"/>
                <a:cs typeface="Angsana New" panose="02020603050405020304" pitchFamily="18" charset="-34"/>
              </a:rPr>
              <a:t> Gas Regulator</a:t>
            </a:r>
            <a:endParaRPr lang="en-IN" sz="320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022EE-4B80-6C58-21F7-F58622F867E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650" y="-22245"/>
            <a:ext cx="2419350" cy="62388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A7A40-C4B7-529A-9519-69E3BAF98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45"/>
            <a:ext cx="896970" cy="773151"/>
          </a:xfrm>
          <a:prstGeom prst="rect">
            <a:avLst/>
          </a:prstGeom>
        </p:spPr>
      </p:pic>
      <p:pic>
        <p:nvPicPr>
          <p:cNvPr id="12" name="Picture 11" descr="A close-up of a microchip&#10;&#10;AI-generated content may be incorrect.">
            <a:extLst>
              <a:ext uri="{FF2B5EF4-FFF2-40B4-BE49-F238E27FC236}">
                <a16:creationId xmlns:a16="http://schemas.microsoft.com/office/drawing/2014/main" id="{FFA0B897-BAA9-BFCA-8D28-5BC9A0924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95" y="1721469"/>
            <a:ext cx="2024425" cy="948481"/>
          </a:xfrm>
          <a:prstGeom prst="rect">
            <a:avLst/>
          </a:prstGeom>
        </p:spPr>
      </p:pic>
      <p:pic>
        <p:nvPicPr>
          <p:cNvPr id="14" name="Picture 13" descr="A close-up of a device&#10;&#10;AI-generated content may be incorrect.">
            <a:extLst>
              <a:ext uri="{FF2B5EF4-FFF2-40B4-BE49-F238E27FC236}">
                <a16:creationId xmlns:a16="http://schemas.microsoft.com/office/drawing/2014/main" id="{F159C0B9-86C5-61A8-9198-990615626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258" y="1652432"/>
            <a:ext cx="2839709" cy="1640158"/>
          </a:xfrm>
          <a:prstGeom prst="rect">
            <a:avLst/>
          </a:prstGeom>
        </p:spPr>
      </p:pic>
      <p:pic>
        <p:nvPicPr>
          <p:cNvPr id="16" name="Picture 15" descr="A blue device with a white valve&#10;&#10;AI-generated content may be incorrect.">
            <a:extLst>
              <a:ext uri="{FF2B5EF4-FFF2-40B4-BE49-F238E27FC236}">
                <a16:creationId xmlns:a16="http://schemas.microsoft.com/office/drawing/2014/main" id="{83A4C277-E359-2E85-FF5D-B6B55FCBB9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61" y="3349198"/>
            <a:ext cx="1496701" cy="10975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D25466-5372-5D47-18F7-7D69D91785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112" y="3565411"/>
            <a:ext cx="3135923" cy="2198184"/>
          </a:xfrm>
          <a:prstGeom prst="rect">
            <a:avLst/>
          </a:prstGeom>
        </p:spPr>
      </p:pic>
      <p:pic>
        <p:nvPicPr>
          <p:cNvPr id="20" name="Picture 19" descr="A red fire hydrant with white rubber&#10;&#10;AI-generated content may be incorrect.">
            <a:extLst>
              <a:ext uri="{FF2B5EF4-FFF2-40B4-BE49-F238E27FC236}">
                <a16:creationId xmlns:a16="http://schemas.microsoft.com/office/drawing/2014/main" id="{65A4103A-60A8-C413-EFF1-057A32C8FF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043" y="5163015"/>
            <a:ext cx="1703457" cy="130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4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11EE-32CF-9F79-01F1-19E61F9E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11765"/>
          </a:xfrm>
        </p:spPr>
        <p:txBody>
          <a:bodyPr/>
          <a:lstStyle/>
          <a:p>
            <a:r>
              <a:rPr lang="en-US" b="1">
                <a:latin typeface="Algerian"/>
              </a:rPr>
              <a:t>                  Wiring Connections</a:t>
            </a:r>
            <a:endParaRPr lang="en-IN" b="1">
              <a:latin typeface="Algeri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A4AF-7668-50FC-2AF2-42DBD92B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235" y="1308412"/>
            <a:ext cx="6185209" cy="5408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Power &amp; Sensors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/>
              <a:t>ESP32 3.3V → sensor </a:t>
            </a:r>
            <a:r>
              <a:rPr lang="en-IN" sz="1900" err="1"/>
              <a:t>Vcc</a:t>
            </a:r>
            <a:r>
              <a:rPr lang="en-IN" sz="1900"/>
              <a:t> (some MQ modules are 5V — check module; MQ raw sensors require heater voltage recommended per module docs)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/>
              <a:t>Gas sensor </a:t>
            </a:r>
            <a:r>
              <a:rPr lang="en-IN" sz="1900" err="1"/>
              <a:t>analog</a:t>
            </a:r>
            <a:r>
              <a:rPr lang="en-IN" sz="1900"/>
              <a:t> output → ESP32 ADC pin (e.g., GPIO 34)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00"/>
              <a:t>Buzzer → GPIO through transistor driver (or use active buzzer) + transistor + diode</a:t>
            </a:r>
          </a:p>
          <a:p>
            <a:pPr marL="0" indent="0">
              <a:buNone/>
            </a:pPr>
            <a:r>
              <a:rPr lang="en-IN" b="1"/>
              <a:t>Valve Control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/>
              <a:t>Relay module IN → ESP32 GPIO (e.g., GPIO 26); relay </a:t>
            </a:r>
            <a:r>
              <a:rPr lang="en-IN" sz="2000" err="1"/>
              <a:t>Vcc</a:t>
            </a:r>
            <a:r>
              <a:rPr lang="en-IN" sz="2000"/>
              <a:t> powered by 5V supply; opto-isolated relay preferred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/>
              <a:t>Valve power → external power supply switched by relay (valve + supply isolated from ESP32)</a:t>
            </a:r>
          </a:p>
          <a:p>
            <a:endParaRPr lang="en-IN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/>
          </a:p>
          <a:p>
            <a:endParaRPr lang="en-IN"/>
          </a:p>
        </p:txBody>
      </p:sp>
      <p:pic>
        <p:nvPicPr>
          <p:cNvPr id="5" name="Picture 4" descr="A circuit board with wires and a digital display&#10;&#10;AI-generated content may be incorrect.">
            <a:extLst>
              <a:ext uri="{FF2B5EF4-FFF2-40B4-BE49-F238E27FC236}">
                <a16:creationId xmlns:a16="http://schemas.microsoft.com/office/drawing/2014/main" id="{DFFB3AEF-A24A-F708-B193-A3E026DF4F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844" y="1538868"/>
            <a:ext cx="5594155" cy="4623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76A02-7FF9-4305-4E8A-041EA12D8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5292" cy="6380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2F176D-B0AF-5BD6-8394-979B16913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668" y="0"/>
            <a:ext cx="2728332" cy="55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0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2BAA-1C0C-3019-B50C-66E30C37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>
                <a:latin typeface="Algerian" panose="04020705040A02060702" pitchFamily="82" charset="0"/>
              </a:rPr>
              <a:t>      Testing Procedure (safe)</a:t>
            </a:r>
            <a:br>
              <a:rPr lang="en-IN" b="1">
                <a:latin typeface="Algerian" panose="04020705040A02060702" pitchFamily="82" charset="0"/>
              </a:rPr>
            </a:br>
            <a:endParaRPr lang="en-IN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A7C13-1AD0-F751-6792-A7F1E04C8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95" y="1353015"/>
            <a:ext cx="6542049" cy="5307980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Code deploy to ESP32</a:t>
            </a:r>
          </a:p>
          <a:p>
            <a:r>
              <a:rPr lang="en-US"/>
              <a:t>verify serial logs and sensors.</a:t>
            </a:r>
          </a:p>
          <a:p>
            <a:r>
              <a:rPr lang="en-US" b="1"/>
              <a:t>Verify relay operation</a:t>
            </a:r>
          </a:p>
          <a:p>
            <a:r>
              <a:rPr lang="en-US"/>
              <a:t>without connecting valve (listen/see relay activation).</a:t>
            </a:r>
          </a:p>
          <a:p>
            <a:r>
              <a:rPr lang="en-US" b="1"/>
              <a:t>Test servo/actuator movement independently.</a:t>
            </a:r>
          </a:p>
          <a:p>
            <a:r>
              <a:rPr lang="en-US" b="1"/>
              <a:t>Wire valve and do dry-run activation</a:t>
            </a:r>
          </a:p>
          <a:p>
            <a:r>
              <a:rPr lang="en-US"/>
              <a:t>in safe area (no gas) to ensure valve actuates correctly.</a:t>
            </a:r>
          </a:p>
          <a:p>
            <a:r>
              <a:rPr lang="en-US" b="1"/>
              <a:t>Use a small controlled gas source</a:t>
            </a:r>
          </a:p>
          <a:p>
            <a:r>
              <a:rPr lang="en-US"/>
              <a:t>for detection tests in an open, ventilated area. Avoid sparks and flames. Prefer using calibration gas canisters if available.</a:t>
            </a:r>
          </a:p>
          <a:p>
            <a:r>
              <a:rPr lang="en-US" b="1"/>
              <a:t>Confirm manual reset behavior</a:t>
            </a:r>
          </a:p>
          <a:p>
            <a:r>
              <a:rPr lang="en-US"/>
              <a:t>and Wi-Fi notifications.</a:t>
            </a:r>
          </a:p>
          <a:p>
            <a:r>
              <a:rPr lang="en-US" b="1"/>
              <a:t>Test power failure behavior</a:t>
            </a:r>
          </a:p>
          <a:p>
            <a:r>
              <a:rPr lang="en-US"/>
              <a:t>ensure the system goes to safe state (valve closed) or manual valve takes over.</a:t>
            </a:r>
          </a:p>
          <a:p>
            <a:endParaRPr lang="en-US" b="1"/>
          </a:p>
          <a:p>
            <a:endParaRPr lang="en-IN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A194347E-2317-41B8-BA1F-8A1FCB6BB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453" y="1229692"/>
            <a:ext cx="5300547" cy="5628307"/>
          </a:xfrm>
          <a:prstGeom prst="rect">
            <a:avLst/>
          </a:prstGeom>
        </p:spPr>
      </p:pic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2888DF0C-23C3-F901-3391-B3C784278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888" y="0"/>
            <a:ext cx="2245112" cy="737025"/>
          </a:xfrm>
          <a:prstGeom prst="rect">
            <a:avLst/>
          </a:prstGeom>
        </p:spPr>
      </p:pic>
      <p:pic>
        <p:nvPicPr>
          <p:cNvPr id="9" name="Picture 8" descr="A logo with a red and white gear&#10;&#10;AI-generated content may be incorrect.">
            <a:extLst>
              <a:ext uri="{FF2B5EF4-FFF2-40B4-BE49-F238E27FC236}">
                <a16:creationId xmlns:a16="http://schemas.microsoft.com/office/drawing/2014/main" id="{22036521-AB2C-EDC1-3EDC-BC781AC4DC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8215" cy="90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A484-F267-1877-7709-4B130D67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</a:t>
            </a:r>
            <a:r>
              <a:rPr lang="en-US" sz="6000" b="1">
                <a:latin typeface="Algerian" panose="04020705040A02060702" pitchFamily="82" charset="0"/>
              </a:rPr>
              <a:t>KEY FEATURES</a:t>
            </a:r>
            <a:endParaRPr lang="en-IN" sz="6000" b="1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39A6C3-D3EA-6A5B-E415-84096613BD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722" y="2154635"/>
            <a:ext cx="595475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Multi-gas sensing: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various gases such as LPG, methane, carbon monoxide (CO), hydrogen, propane, ammonia, or toxic industrial gases.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sensitivity &amp; accuracy: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Sensors like MQ series, electrochemical, or infrared types provide precise readings.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monitoring: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Continuously checks gas concentration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 detection range: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measure from very low ppm (parts per million) to higher concentrations.</a:t>
            </a:r>
          </a:p>
        </p:txBody>
      </p:sp>
      <p:pic>
        <p:nvPicPr>
          <p:cNvPr id="6" name="Picture 5" descr="A logo with a red and white gear&#10;&#10;AI-generated content may be incorrect.">
            <a:extLst>
              <a:ext uri="{FF2B5EF4-FFF2-40B4-BE49-F238E27FC236}">
                <a16:creationId xmlns:a16="http://schemas.microsoft.com/office/drawing/2014/main" id="{09B1BACF-EC11-4111-F7A5-223843340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64486" cy="1183297"/>
          </a:xfrm>
          <a:prstGeom prst="rect">
            <a:avLst/>
          </a:prstGeom>
        </p:spPr>
      </p:pic>
      <p:pic>
        <p:nvPicPr>
          <p:cNvPr id="8" name="Picture 7" descr="A logo for a company">
            <a:extLst>
              <a:ext uri="{FF2B5EF4-FFF2-40B4-BE49-F238E27FC236}">
                <a16:creationId xmlns:a16="http://schemas.microsoft.com/office/drawing/2014/main" id="{45F1AED0-FA6E-A3A9-FB92-208D668F5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0"/>
            <a:ext cx="3048000" cy="899532"/>
          </a:xfrm>
          <a:prstGeom prst="rect">
            <a:avLst/>
          </a:prstGeom>
        </p:spPr>
      </p:pic>
      <p:pic>
        <p:nvPicPr>
          <p:cNvPr id="12" name="Picture 11" descr="A hand holding a key and a tablet&#10;&#10;AI-generated content may be incorrect.">
            <a:extLst>
              <a:ext uri="{FF2B5EF4-FFF2-40B4-BE49-F238E27FC236}">
                <a16:creationId xmlns:a16="http://schemas.microsoft.com/office/drawing/2014/main" id="{35A6654F-D088-1574-8173-8A652960B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443" y="2055812"/>
            <a:ext cx="5620217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0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CB17-AAC7-73AE-81B9-9208CD32C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            </a:t>
            </a:r>
            <a:r>
              <a:rPr lang="en-US" sz="6000" err="1">
                <a:latin typeface="Algerian" panose="04020705040A02060702" pitchFamily="82" charset="0"/>
              </a:rPr>
              <a:t>BENeFITS</a:t>
            </a:r>
            <a:endParaRPr lang="en-IN" sz="600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6C2D15-2025-DE39-946A-D1BC53082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024" y="2016136"/>
            <a:ext cx="498087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Audio-visual alarms: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Buzzer and LED indicators alert users locally when dangerous levels are detected.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Wireless alerts: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Sends SMS, email, or app notifications through GSM, Wi-Fi, or IoT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ventilation or shutdown: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Triggers exhaust fans, valves, or power cut-off systems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 thresholds: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Adjustable setpoints for low and high-level alerts.</a:t>
            </a:r>
          </a:p>
        </p:txBody>
      </p:sp>
      <p:pic>
        <p:nvPicPr>
          <p:cNvPr id="6" name="Picture 5" descr="A finger pointing at a black circle&#10;&#10;AI-generated content may be incorrect.">
            <a:extLst>
              <a:ext uri="{FF2B5EF4-FFF2-40B4-BE49-F238E27FC236}">
                <a16:creationId xmlns:a16="http://schemas.microsoft.com/office/drawing/2014/main" id="{4EE1A1A1-3271-701A-47F4-0EBB30343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980" y="1509132"/>
            <a:ext cx="4341542" cy="5348868"/>
          </a:xfrm>
          <a:prstGeom prst="rect">
            <a:avLst/>
          </a:prstGeom>
        </p:spPr>
      </p:pic>
      <p:pic>
        <p:nvPicPr>
          <p:cNvPr id="8" name="Picture 7" descr="A logo for a company&#10;&#10;AI-generated content may be incorrect.">
            <a:extLst>
              <a:ext uri="{FF2B5EF4-FFF2-40B4-BE49-F238E27FC236}">
                <a16:creationId xmlns:a16="http://schemas.microsoft.com/office/drawing/2014/main" id="{A73207E8-F945-5F17-8424-8DB32F426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6039" y="-11151"/>
            <a:ext cx="2995961" cy="810322"/>
          </a:xfrm>
          <a:prstGeom prst="rect">
            <a:avLst/>
          </a:prstGeom>
        </p:spPr>
      </p:pic>
      <p:pic>
        <p:nvPicPr>
          <p:cNvPr id="10" name="Picture 9" descr="A logo with a red and white gear&#10;&#10;AI-generated content may be incorrect.">
            <a:extLst>
              <a:ext uri="{FF2B5EF4-FFF2-40B4-BE49-F238E27FC236}">
                <a16:creationId xmlns:a16="http://schemas.microsoft.com/office/drawing/2014/main" id="{9300E7B9-4634-514B-88B5-13CCC3020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16865" cy="100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4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C1D3-F6C7-F51E-D104-6923E8AF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658" y="52040"/>
            <a:ext cx="9032487" cy="1219200"/>
          </a:xfrm>
        </p:spPr>
        <p:txBody>
          <a:bodyPr/>
          <a:lstStyle/>
          <a:p>
            <a:r>
              <a:rPr lang="en-US"/>
              <a:t>            </a:t>
            </a:r>
            <a:r>
              <a:rPr lang="en-US" sz="6600">
                <a:latin typeface="Algerian" panose="04020705040A02060702" pitchFamily="82" charset="0"/>
              </a:rPr>
              <a:t>CONCLUSION</a:t>
            </a:r>
            <a:endParaRPr lang="en-IN" sz="660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F50B5-388B-39D5-4B9B-E140D2780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44" y="1271240"/>
            <a:ext cx="6333893" cy="5586759"/>
          </a:xfrm>
        </p:spPr>
        <p:txBody>
          <a:bodyPr>
            <a:normAutofit/>
          </a:bodyPr>
          <a:lstStyle/>
          <a:p>
            <a:endParaRPr lang="en-US"/>
          </a:p>
          <a:p>
            <a:r>
              <a:rPr lang="en-US"/>
              <a:t>This project is an  effective  proof-of-concept   showing   how   an   ESP32   plus a  gas  sensor,  servos,  buzzer,  fan,  and power-switching  components   can  create an automated  response  to  an  LPG  leak: detect,  warn,  ventilate,  and  shut  off  the supply. </a:t>
            </a:r>
          </a:p>
          <a:p>
            <a:r>
              <a:rPr lang="en-US"/>
              <a:t>However, turning a prototype into a safe real-world product requires using certified gas-control hardware, proper electrical isolation, rigorous testing, and compliance with local safety regulations. </a:t>
            </a:r>
          </a:p>
          <a:p>
            <a:r>
              <a:rPr lang="en-US"/>
              <a:t>When those safety measures are followed, the system can be a valuable layer of protection that reduces risk and improves occupant safety.</a:t>
            </a:r>
          </a:p>
          <a:p>
            <a:endParaRPr lang="en-IN"/>
          </a:p>
        </p:txBody>
      </p:sp>
      <p:pic>
        <p:nvPicPr>
          <p:cNvPr id="5" name="Picture 4" descr="A logo with black text&#10;&#10;AI-generated content may be incorrect.">
            <a:extLst>
              <a:ext uri="{FF2B5EF4-FFF2-40B4-BE49-F238E27FC236}">
                <a16:creationId xmlns:a16="http://schemas.microsoft.com/office/drawing/2014/main" id="{7197B32B-99F0-22EF-8A75-6A84C7885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878" y="1479395"/>
            <a:ext cx="5687122" cy="5378605"/>
          </a:xfrm>
          <a:prstGeom prst="rect">
            <a:avLst/>
          </a:prstGeom>
        </p:spPr>
      </p:pic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092F6282-62C4-8E3B-A84D-B639BD56C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477" y="-52039"/>
            <a:ext cx="2832410" cy="713679"/>
          </a:xfrm>
          <a:prstGeom prst="rect">
            <a:avLst/>
          </a:prstGeom>
        </p:spPr>
      </p:pic>
      <p:pic>
        <p:nvPicPr>
          <p:cNvPr id="9" name="Picture 8" descr="A logo with a red and white gear&#10;&#10;AI-generated content may be incorrect.">
            <a:extLst>
              <a:ext uri="{FF2B5EF4-FFF2-40B4-BE49-F238E27FC236}">
                <a16:creationId xmlns:a16="http://schemas.microsoft.com/office/drawing/2014/main" id="{42A18BA5-733A-7AEB-45C4-6891F0CA21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71122" cy="94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1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952C-F26C-692E-FF87-24061970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table with a model house and papers on it&#10;&#10;AI-generated content may be incorrect.">
            <a:extLst>
              <a:ext uri="{FF2B5EF4-FFF2-40B4-BE49-F238E27FC236}">
                <a16:creationId xmlns:a16="http://schemas.microsoft.com/office/drawing/2014/main" id="{2C176A24-9342-E024-EA35-7B1E5A9316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84638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C82A-7ADB-C446-DAA4-166573B3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Purple watercolor with black text&#10;&#10;AI-generated content may be incorrect.">
            <a:extLst>
              <a:ext uri="{FF2B5EF4-FFF2-40B4-BE49-F238E27FC236}">
                <a16:creationId xmlns:a16="http://schemas.microsoft.com/office/drawing/2014/main" id="{432EABE7-5A86-4BE7-F3BD-62328B482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094677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          Malineni Suseelamma Women’s Engineering College                     Affiliated to JNTUK,KAKINADA and Approved by AICTE,New Delhi                                                                                               SINGARAYAKONDA-523 101, Prakasam Dt.,(A.p                                   )</vt:lpstr>
      <vt:lpstr>      PROBLEM STATEMENT</vt:lpstr>
      <vt:lpstr>           Components</vt:lpstr>
      <vt:lpstr>                  Wiring Connections</vt:lpstr>
      <vt:lpstr>      Testing Procedure (safe) </vt:lpstr>
      <vt:lpstr>              KEY FEATURES</vt:lpstr>
      <vt:lpstr>                             BENeFITS</vt:lpstr>
      <vt:lpstr>            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Chandrika Valaparla</dc:creator>
  <cp:revision>1</cp:revision>
  <dcterms:created xsi:type="dcterms:W3CDTF">2025-10-17T06:08:11Z</dcterms:created>
  <dcterms:modified xsi:type="dcterms:W3CDTF">2025-10-18T04:45:12Z</dcterms:modified>
</cp:coreProperties>
</file>